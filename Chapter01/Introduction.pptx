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7"/>
  </p:notesMasterIdLst>
  <p:sldIdLst>
    <p:sldId id="256" r:id="rId2"/>
    <p:sldId id="284" r:id="rId3"/>
    <p:sldId id="285" r:id="rId4"/>
    <p:sldId id="264" r:id="rId5"/>
    <p:sldId id="259" r:id="rId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Nunito Sans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88D3DE-BFCF-4EC1-9738-BBCC727838A4}">
  <a:tblStyle styleId="{7488D3DE-BFCF-4EC1-9738-BBCC727838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73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21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456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 flipH="1">
            <a:off x="-688" y="0"/>
            <a:ext cx="4575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468925" y="2387250"/>
            <a:ext cx="3636600" cy="2259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3000" b="1">
                <a:solidFill>
                  <a:srgbClr val="F6703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3000" b="1">
                <a:solidFill>
                  <a:srgbClr val="F6703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3000" b="1">
                <a:solidFill>
                  <a:srgbClr val="F6703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3000" b="1">
                <a:solidFill>
                  <a:srgbClr val="F6703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3000" b="1">
                <a:solidFill>
                  <a:srgbClr val="F6703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3000" b="1">
                <a:solidFill>
                  <a:srgbClr val="F6703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3000" b="1">
                <a:solidFill>
                  <a:srgbClr val="F6703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3000" b="1">
                <a:solidFill>
                  <a:srgbClr val="F6703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3000" b="1">
                <a:solidFill>
                  <a:srgbClr val="F6703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574900" y="-150"/>
            <a:ext cx="185400" cy="5143500"/>
          </a:xfrm>
          <a:prstGeom prst="rect">
            <a:avLst/>
          </a:prstGeom>
          <a:gradFill>
            <a:gsLst>
              <a:gs pos="0">
                <a:srgbClr val="000014">
                  <a:alpha val="49803"/>
                </a:srgbClr>
              </a:gs>
              <a:gs pos="100000">
                <a:srgbClr val="00001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1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 flipH="1">
            <a:off x="4568412" y="0"/>
            <a:ext cx="4575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ubTitle" idx="1"/>
          </p:nvPr>
        </p:nvSpPr>
        <p:spPr>
          <a:xfrm>
            <a:off x="646550" y="1989500"/>
            <a:ext cx="3246900" cy="212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  <a:defRPr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  <a:defRPr sz="30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23" name="Shape 23"/>
          <p:cNvSpPr/>
          <p:nvPr/>
        </p:nvSpPr>
        <p:spPr>
          <a:xfrm flipH="1">
            <a:off x="4455300" y="0"/>
            <a:ext cx="113100" cy="5143500"/>
          </a:xfrm>
          <a:prstGeom prst="rect">
            <a:avLst/>
          </a:prstGeom>
          <a:gradFill>
            <a:gsLst>
              <a:gs pos="0">
                <a:srgbClr val="000014">
                  <a:alpha val="20000"/>
                </a:srgbClr>
              </a:gs>
              <a:gs pos="100000">
                <a:srgbClr val="00001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Shape 24"/>
          <p:cNvSpPr txBox="1">
            <a:spLocks noGrp="1"/>
          </p:cNvSpPr>
          <p:nvPr>
            <p:ph type="body" idx="2"/>
          </p:nvPr>
        </p:nvSpPr>
        <p:spPr>
          <a:xfrm>
            <a:off x="5130225" y="1016000"/>
            <a:ext cx="34707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800"/>
              <a:buAutoNum type="arabicPeriod"/>
              <a:defRPr sz="18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AutoNum type="alphaLcPeriod"/>
              <a:defRPr>
                <a:solidFill>
                  <a:srgbClr val="999999"/>
                </a:solidFill>
              </a:defRPr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AutoNum type="romanLcPeriod"/>
              <a:defRPr>
                <a:solidFill>
                  <a:srgbClr val="999999"/>
                </a:solidFill>
              </a:defRPr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AutoNum type="arabicPeriod"/>
              <a:defRPr>
                <a:solidFill>
                  <a:srgbClr val="999999"/>
                </a:solidFill>
              </a:defRPr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400"/>
              <a:buAutoNum type="alphaLcPeriod"/>
              <a:defRPr>
                <a:solidFill>
                  <a:srgbClr val="999999"/>
                </a:solidFill>
              </a:defRPr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400"/>
              <a:buAutoNum type="romanLcPeriod"/>
              <a:defRPr>
                <a:solidFill>
                  <a:srgbClr val="999999"/>
                </a:solidFill>
              </a:defRPr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400"/>
              <a:buAutoNum type="arabicPeriod"/>
              <a:defRPr>
                <a:solidFill>
                  <a:srgbClr val="999999"/>
                </a:solidFill>
              </a:defRPr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400"/>
              <a:buAutoNum type="alphaLcPeriod"/>
              <a:defRPr>
                <a:solidFill>
                  <a:srgbClr val="999999"/>
                </a:solidFill>
              </a:defRPr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Clr>
                <a:srgbClr val="999999"/>
              </a:buClr>
              <a:buSzPts val="1400"/>
              <a:buAutoNum type="romanLcPeriod"/>
              <a:defRPr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646573" y="1016000"/>
            <a:ext cx="3246900" cy="97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with intro text">
  <p:cSld name="TITLE_AND_BODY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/>
        </p:nvSpPr>
        <p:spPr>
          <a:xfrm flipH="1">
            <a:off x="2472375" y="0"/>
            <a:ext cx="113100" cy="5143500"/>
          </a:xfrm>
          <a:prstGeom prst="rect">
            <a:avLst/>
          </a:prstGeom>
          <a:gradFill>
            <a:gsLst>
              <a:gs pos="0">
                <a:srgbClr val="000014">
                  <a:alpha val="20000"/>
                </a:srgbClr>
              </a:gs>
              <a:gs pos="100000">
                <a:srgbClr val="00001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Shape 40"/>
          <p:cNvSpPr/>
          <p:nvPr/>
        </p:nvSpPr>
        <p:spPr>
          <a:xfrm>
            <a:off x="2585475" y="0"/>
            <a:ext cx="6558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234450" y="575500"/>
            <a:ext cx="20463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090625" y="575500"/>
            <a:ext cx="55962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▪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2"/>
          </p:nvPr>
        </p:nvSpPr>
        <p:spPr>
          <a:xfrm>
            <a:off x="3090625" y="2004313"/>
            <a:ext cx="5596200" cy="2552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/>
          <p:nvPr/>
        </p:nvSpPr>
        <p:spPr>
          <a:xfrm flipH="1">
            <a:off x="2472375" y="0"/>
            <a:ext cx="113100" cy="5143500"/>
          </a:xfrm>
          <a:prstGeom prst="rect">
            <a:avLst/>
          </a:prstGeom>
          <a:gradFill>
            <a:gsLst>
              <a:gs pos="0">
                <a:srgbClr val="000014">
                  <a:alpha val="20000"/>
                </a:srgbClr>
              </a:gs>
              <a:gs pos="100000">
                <a:srgbClr val="00001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Shape 67"/>
          <p:cNvSpPr/>
          <p:nvPr/>
        </p:nvSpPr>
        <p:spPr>
          <a:xfrm>
            <a:off x="2585475" y="0"/>
            <a:ext cx="6558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title"/>
          </p:nvPr>
        </p:nvSpPr>
        <p:spPr>
          <a:xfrm>
            <a:off x="234450" y="575500"/>
            <a:ext cx="20463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3062200" y="575500"/>
            <a:ext cx="27300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2"/>
          </p:nvPr>
        </p:nvSpPr>
        <p:spPr>
          <a:xfrm>
            <a:off x="5956701" y="575500"/>
            <a:ext cx="27300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-"/>
              <a:defRPr sz="1100"/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6703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234450" y="575500"/>
            <a:ext cx="2046300" cy="39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090625" y="575500"/>
            <a:ext cx="5596200" cy="39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▪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ctrTitle"/>
          </p:nvPr>
        </p:nvSpPr>
        <p:spPr>
          <a:xfrm>
            <a:off x="269824" y="2387250"/>
            <a:ext cx="4302176" cy="22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Rust: Komplettkurs für Programmierer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ctrTitle" idx="4294967295"/>
          </p:nvPr>
        </p:nvSpPr>
        <p:spPr>
          <a:xfrm>
            <a:off x="535075" y="3014091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5400" b="1" dirty="0"/>
              <a:t>JAN SCHAFFRANEK</a:t>
            </a:r>
            <a:endParaRPr sz="5400" b="1" dirty="0"/>
          </a:p>
        </p:txBody>
      </p:sp>
      <p:grpSp>
        <p:nvGrpSpPr>
          <p:cNvPr id="163" name="Shape 163"/>
          <p:cNvGrpSpPr/>
          <p:nvPr/>
        </p:nvGrpSpPr>
        <p:grpSpPr>
          <a:xfrm>
            <a:off x="6791059" y="345962"/>
            <a:ext cx="1590883" cy="1590858"/>
            <a:chOff x="6643075" y="3664250"/>
            <a:chExt cx="407950" cy="407975"/>
          </a:xfrm>
        </p:grpSpPr>
        <p:sp>
          <p:nvSpPr>
            <p:cNvPr id="164" name="Shape 164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0" t="0" r="0" b="0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Shape 165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0" t="0" r="0" b="0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Shape 166"/>
          <p:cNvGrpSpPr/>
          <p:nvPr/>
        </p:nvGrpSpPr>
        <p:grpSpPr>
          <a:xfrm rot="1508271">
            <a:off x="798753" y="1851401"/>
            <a:ext cx="654063" cy="654026"/>
            <a:chOff x="576250" y="4319400"/>
            <a:chExt cx="442075" cy="442050"/>
          </a:xfrm>
        </p:grpSpPr>
        <p:sp>
          <p:nvSpPr>
            <p:cNvPr id="167" name="Shape 167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0" t="0" r="0" b="0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Shape 168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0" t="0" r="0" b="0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Shape 169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0" t="0" r="0" b="0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Shape 170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0" t="0" r="0" b="0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Shape 171"/>
          <p:cNvSpPr/>
          <p:nvPr/>
        </p:nvSpPr>
        <p:spPr>
          <a:xfrm>
            <a:off x="6410281" y="713293"/>
            <a:ext cx="248676" cy="237445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Shape 172"/>
          <p:cNvSpPr/>
          <p:nvPr/>
        </p:nvSpPr>
        <p:spPr>
          <a:xfrm rot="2697569">
            <a:off x="8048925" y="1928866"/>
            <a:ext cx="377468" cy="360421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8347545" y="1723093"/>
            <a:ext cx="151199" cy="144406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Shape 174"/>
          <p:cNvSpPr/>
          <p:nvPr/>
        </p:nvSpPr>
        <p:spPr>
          <a:xfrm rot="1280187">
            <a:off x="6238008" y="1429475"/>
            <a:ext cx="151179" cy="144398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Shape 17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76" name="Shape 176"/>
          <p:cNvSpPr/>
          <p:nvPr/>
        </p:nvSpPr>
        <p:spPr>
          <a:xfrm>
            <a:off x="1635350" y="1665933"/>
            <a:ext cx="5956025" cy="1074500"/>
          </a:xfrm>
          <a:custGeom>
            <a:avLst/>
            <a:gdLst/>
            <a:ahLst/>
            <a:cxnLst/>
            <a:rect l="0" t="0" r="0" b="0"/>
            <a:pathLst>
              <a:path w="238241" h="42980" extrusionOk="0">
                <a:moveTo>
                  <a:pt x="0" y="14049"/>
                </a:moveTo>
                <a:cubicBezTo>
                  <a:pt x="5476" y="8573"/>
                  <a:pt x="13935" y="7254"/>
                  <a:pt x="21126" y="4377"/>
                </a:cubicBezTo>
                <a:cubicBezTo>
                  <a:pt x="34915" y="-1140"/>
                  <a:pt x="51579" y="-1336"/>
                  <a:pt x="65669" y="3359"/>
                </a:cubicBezTo>
                <a:cubicBezTo>
                  <a:pt x="71835" y="5414"/>
                  <a:pt x="79874" y="8507"/>
                  <a:pt x="81450" y="14813"/>
                </a:cubicBezTo>
                <a:cubicBezTo>
                  <a:pt x="82973" y="20904"/>
                  <a:pt x="84783" y="28176"/>
                  <a:pt x="81704" y="33648"/>
                </a:cubicBezTo>
                <a:cubicBezTo>
                  <a:pt x="77323" y="41435"/>
                  <a:pt x="64779" y="44711"/>
                  <a:pt x="56251" y="42047"/>
                </a:cubicBezTo>
                <a:cubicBezTo>
                  <a:pt x="49198" y="39844"/>
                  <a:pt x="46785" y="28700"/>
                  <a:pt x="48107" y="21430"/>
                </a:cubicBezTo>
                <a:cubicBezTo>
                  <a:pt x="48970" y="16684"/>
                  <a:pt x="53054" y="12574"/>
                  <a:pt x="57270" y="10231"/>
                </a:cubicBezTo>
                <a:cubicBezTo>
                  <a:pt x="87007" y="-6292"/>
                  <a:pt x="121672" y="33365"/>
                  <a:pt x="155264" y="38739"/>
                </a:cubicBezTo>
                <a:cubicBezTo>
                  <a:pt x="174115" y="41755"/>
                  <a:pt x="194150" y="44396"/>
                  <a:pt x="212533" y="39248"/>
                </a:cubicBezTo>
                <a:cubicBezTo>
                  <a:pt x="225473" y="35624"/>
                  <a:pt x="238241" y="21633"/>
                  <a:pt x="238241" y="8195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839675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234450" y="575500"/>
            <a:ext cx="20463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de-DE" dirty="0"/>
              <a:t>Wer bin ich?</a:t>
            </a:r>
            <a:endParaRPr dirty="0"/>
          </a:p>
        </p:txBody>
      </p:sp>
      <p:sp>
        <p:nvSpPr>
          <p:cNvPr id="115" name="Shape 1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0B060E-5559-42C7-ABAB-8E27B0517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0625" y="575500"/>
            <a:ext cx="5596200" cy="1207800"/>
          </a:xfrm>
        </p:spPr>
        <p:txBody>
          <a:bodyPr/>
          <a:lstStyle/>
          <a:p>
            <a:r>
              <a:rPr lang="de-DE" dirty="0"/>
              <a:t>Master in der Angewandten Informatik mit dem Anwendungsfach </a:t>
            </a:r>
            <a:r>
              <a:rPr lang="de-DE" dirty="0" err="1"/>
              <a:t>Machine</a:t>
            </a:r>
            <a:r>
              <a:rPr lang="de-DE" dirty="0"/>
              <a:t> Learning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BD25427-F5E1-4131-A82E-0A8188257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196" y="1743094"/>
            <a:ext cx="5496629" cy="320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85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ctrTitle" idx="4294967295"/>
          </p:nvPr>
        </p:nvSpPr>
        <p:spPr>
          <a:xfrm>
            <a:off x="535075" y="3014091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400" b="1" dirty="0"/>
              <a:t>RUST PROGRAMMIERUNG</a:t>
            </a:r>
            <a:endParaRPr sz="4400" b="1" dirty="0"/>
          </a:p>
        </p:txBody>
      </p:sp>
      <p:grpSp>
        <p:nvGrpSpPr>
          <p:cNvPr id="163" name="Shape 163"/>
          <p:cNvGrpSpPr/>
          <p:nvPr/>
        </p:nvGrpSpPr>
        <p:grpSpPr>
          <a:xfrm>
            <a:off x="6791059" y="345962"/>
            <a:ext cx="1590883" cy="1590858"/>
            <a:chOff x="6643075" y="3664250"/>
            <a:chExt cx="407950" cy="407975"/>
          </a:xfrm>
        </p:grpSpPr>
        <p:sp>
          <p:nvSpPr>
            <p:cNvPr id="164" name="Shape 164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0" t="0" r="0" b="0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Shape 165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0" t="0" r="0" b="0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Shape 166"/>
          <p:cNvGrpSpPr/>
          <p:nvPr/>
        </p:nvGrpSpPr>
        <p:grpSpPr>
          <a:xfrm rot="1508271">
            <a:off x="798753" y="1851401"/>
            <a:ext cx="654063" cy="654026"/>
            <a:chOff x="576250" y="4319400"/>
            <a:chExt cx="442075" cy="442050"/>
          </a:xfrm>
        </p:grpSpPr>
        <p:sp>
          <p:nvSpPr>
            <p:cNvPr id="167" name="Shape 167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0" t="0" r="0" b="0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Shape 168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0" t="0" r="0" b="0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Shape 169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0" t="0" r="0" b="0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Shape 170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0" t="0" r="0" b="0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Shape 171"/>
          <p:cNvSpPr/>
          <p:nvPr/>
        </p:nvSpPr>
        <p:spPr>
          <a:xfrm>
            <a:off x="6410281" y="713293"/>
            <a:ext cx="248676" cy="237445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Shape 172"/>
          <p:cNvSpPr/>
          <p:nvPr/>
        </p:nvSpPr>
        <p:spPr>
          <a:xfrm rot="2697569">
            <a:off x="8048925" y="1928866"/>
            <a:ext cx="377468" cy="360421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8347545" y="1723093"/>
            <a:ext cx="151199" cy="144406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Shape 174"/>
          <p:cNvSpPr/>
          <p:nvPr/>
        </p:nvSpPr>
        <p:spPr>
          <a:xfrm rot="1280187">
            <a:off x="6238008" y="1429475"/>
            <a:ext cx="151179" cy="144398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Shape 17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76" name="Shape 176"/>
          <p:cNvSpPr/>
          <p:nvPr/>
        </p:nvSpPr>
        <p:spPr>
          <a:xfrm>
            <a:off x="1635350" y="1665933"/>
            <a:ext cx="5956025" cy="1074500"/>
          </a:xfrm>
          <a:custGeom>
            <a:avLst/>
            <a:gdLst/>
            <a:ahLst/>
            <a:cxnLst/>
            <a:rect l="0" t="0" r="0" b="0"/>
            <a:pathLst>
              <a:path w="238241" h="42980" extrusionOk="0">
                <a:moveTo>
                  <a:pt x="0" y="14049"/>
                </a:moveTo>
                <a:cubicBezTo>
                  <a:pt x="5476" y="8573"/>
                  <a:pt x="13935" y="7254"/>
                  <a:pt x="21126" y="4377"/>
                </a:cubicBezTo>
                <a:cubicBezTo>
                  <a:pt x="34915" y="-1140"/>
                  <a:pt x="51579" y="-1336"/>
                  <a:pt x="65669" y="3359"/>
                </a:cubicBezTo>
                <a:cubicBezTo>
                  <a:pt x="71835" y="5414"/>
                  <a:pt x="79874" y="8507"/>
                  <a:pt x="81450" y="14813"/>
                </a:cubicBezTo>
                <a:cubicBezTo>
                  <a:pt x="82973" y="20904"/>
                  <a:pt x="84783" y="28176"/>
                  <a:pt x="81704" y="33648"/>
                </a:cubicBezTo>
                <a:cubicBezTo>
                  <a:pt x="77323" y="41435"/>
                  <a:pt x="64779" y="44711"/>
                  <a:pt x="56251" y="42047"/>
                </a:cubicBezTo>
                <a:cubicBezTo>
                  <a:pt x="49198" y="39844"/>
                  <a:pt x="46785" y="28700"/>
                  <a:pt x="48107" y="21430"/>
                </a:cubicBezTo>
                <a:cubicBezTo>
                  <a:pt x="48970" y="16684"/>
                  <a:pt x="53054" y="12574"/>
                  <a:pt x="57270" y="10231"/>
                </a:cubicBezTo>
                <a:cubicBezTo>
                  <a:pt x="87007" y="-6292"/>
                  <a:pt x="121672" y="33365"/>
                  <a:pt x="155264" y="38739"/>
                </a:cubicBezTo>
                <a:cubicBezTo>
                  <a:pt x="174115" y="41755"/>
                  <a:pt x="194150" y="44396"/>
                  <a:pt x="212533" y="39248"/>
                </a:cubicBezTo>
                <a:cubicBezTo>
                  <a:pt x="225473" y="35624"/>
                  <a:pt x="238241" y="21633"/>
                  <a:pt x="238241" y="8195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title"/>
          </p:nvPr>
        </p:nvSpPr>
        <p:spPr>
          <a:xfrm>
            <a:off x="646573" y="1016000"/>
            <a:ext cx="3246900" cy="9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Kursgliederung</a:t>
            </a:r>
            <a:endParaRPr dirty="0"/>
          </a:p>
        </p:txBody>
      </p:sp>
      <p:sp>
        <p:nvSpPr>
          <p:cNvPr id="122" name="Shape 122"/>
          <p:cNvSpPr txBox="1">
            <a:spLocks noGrp="1"/>
          </p:cNvSpPr>
          <p:nvPr>
            <p:ph type="body" idx="2"/>
          </p:nvPr>
        </p:nvSpPr>
        <p:spPr>
          <a:xfrm>
            <a:off x="4950342" y="751645"/>
            <a:ext cx="3819811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arenBoth"/>
            </a:pPr>
            <a:r>
              <a:rPr lang="de-DE" dirty="0"/>
              <a:t>Installation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arenBoth"/>
            </a:pPr>
            <a:r>
              <a:rPr lang="de-DE" dirty="0"/>
              <a:t>Variablen und Konsole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arenBoth"/>
            </a:pPr>
            <a:r>
              <a:rPr lang="de-DE" dirty="0"/>
              <a:t>Grundlagen Features</a:t>
            </a:r>
          </a:p>
          <a:p>
            <a:pPr>
              <a:buFont typeface="+mj-lt"/>
              <a:buAutoNum type="arabicParenBoth"/>
            </a:pPr>
            <a:r>
              <a:rPr lang="de-DE" dirty="0"/>
              <a:t>Speicherverwaltung</a:t>
            </a:r>
          </a:p>
          <a:p>
            <a:pPr>
              <a:buFont typeface="+mj-lt"/>
              <a:buAutoNum type="arabicParenBoth"/>
            </a:pPr>
            <a:r>
              <a:rPr lang="de-DE" dirty="0"/>
              <a:t>Generische Programmierung</a:t>
            </a:r>
          </a:p>
          <a:p>
            <a:pPr>
              <a:buFont typeface="+mj-lt"/>
              <a:buAutoNum type="arabicParenBoth"/>
            </a:pPr>
            <a:r>
              <a:rPr lang="de-DE" dirty="0"/>
              <a:t>Datenstrukturen</a:t>
            </a:r>
          </a:p>
          <a:p>
            <a:pPr>
              <a:buFont typeface="+mj-lt"/>
              <a:buAutoNum type="arabicParenBoth"/>
            </a:pPr>
            <a:r>
              <a:rPr lang="de-DE" dirty="0"/>
              <a:t>Libraries und </a:t>
            </a:r>
            <a:r>
              <a:rPr lang="de-DE" dirty="0" err="1"/>
              <a:t>Tooling</a:t>
            </a:r>
            <a:endParaRPr lang="de-DE" dirty="0"/>
          </a:p>
          <a:p>
            <a:pPr>
              <a:buFont typeface="+mj-lt"/>
              <a:buAutoNum type="arabicParenBoth"/>
            </a:pPr>
            <a:r>
              <a:rPr lang="de-DE" dirty="0" err="1"/>
              <a:t>Async</a:t>
            </a:r>
            <a:r>
              <a:rPr lang="de-DE" dirty="0"/>
              <a:t> und Threads</a:t>
            </a:r>
          </a:p>
          <a:p>
            <a:pPr>
              <a:buFont typeface="+mj-lt"/>
              <a:buAutoNum type="arabicParenBoth"/>
            </a:pPr>
            <a:r>
              <a:rPr lang="de-DE" dirty="0"/>
              <a:t>„Objektorientierung“</a:t>
            </a:r>
          </a:p>
          <a:p>
            <a:pPr>
              <a:buFont typeface="+mj-lt"/>
              <a:buAutoNum type="arabicParenBoth"/>
            </a:pPr>
            <a:r>
              <a:rPr lang="de-DE" dirty="0"/>
              <a:t>Weiterführende Themen</a:t>
            </a:r>
          </a:p>
          <a:p>
            <a:pPr>
              <a:buFont typeface="+mj-lt"/>
              <a:buAutoNum type="arabicParenBoth"/>
            </a:pPr>
            <a:r>
              <a:rPr lang="de-DE" dirty="0"/>
              <a:t>Kleine Programmierprojekte</a:t>
            </a:r>
          </a:p>
        </p:txBody>
      </p:sp>
      <p:sp>
        <p:nvSpPr>
          <p:cNvPr id="123" name="Shape 1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24" name="Shape 124"/>
          <p:cNvSpPr txBox="1">
            <a:spLocks noGrp="1"/>
          </p:cNvSpPr>
          <p:nvPr>
            <p:ph type="subTitle" idx="1"/>
          </p:nvPr>
        </p:nvSpPr>
        <p:spPr>
          <a:xfrm>
            <a:off x="646550" y="1684700"/>
            <a:ext cx="3246900" cy="21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Was werden wir lernen?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de-DE" dirty="0"/>
            </a:br>
            <a:r>
              <a:rPr lang="de-DE" dirty="0"/>
              <a:t>Wie ist der Kurs aufgebaut?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lysses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Bildschirmpräsentation (16:9)</PresentationFormat>
  <Paragraphs>23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Nunito Sans</vt:lpstr>
      <vt:lpstr>Arial</vt:lpstr>
      <vt:lpstr>Calibri</vt:lpstr>
      <vt:lpstr>Georgia</vt:lpstr>
      <vt:lpstr>Ulysses template</vt:lpstr>
      <vt:lpstr>Rust: Komplettkurs für Programmierer</vt:lpstr>
      <vt:lpstr>JAN SCHAFFRANEK</vt:lpstr>
      <vt:lpstr>Wer bin ich?</vt:lpstr>
      <vt:lpstr>RUST PROGRAMMIERUNG</vt:lpstr>
      <vt:lpstr>Kursgliederung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Tableau 10:  Visuelle und Intuitive Datenanalyse</dc:title>
  <cp:lastModifiedBy>Jan Schaffranek</cp:lastModifiedBy>
  <cp:revision>66</cp:revision>
  <dcterms:modified xsi:type="dcterms:W3CDTF">2022-04-29T12:20:26Z</dcterms:modified>
</cp:coreProperties>
</file>